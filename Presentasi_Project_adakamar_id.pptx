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FDBCF"/>
                </a:solidFill>
                <a:latin typeface="Arial"/>
              </a:defRPr>
            </a:pPr>
            <a:r>
              <a:t>✦ LAPORAN AKHIR MAGANG &amp; SHOWCASE SISTEM</a:t>
            </a:r>
          </a:p>
          <a:p>
            <a:pPr>
              <a:spcBef>
                <a:spcPts val="1000"/>
              </a:spcBef>
              <a:defRPr sz="4800" b="1">
                <a:solidFill>
                  <a:srgbClr val="FFFFFF"/>
                </a:solidFill>
                <a:latin typeface="Arial"/>
              </a:defRPr>
            </a:pPr>
            <a:r>
              <a:t>adakamar.id</a:t>
            </a:r>
          </a:p>
          <a:p>
            <a:pPr>
              <a:spcBef>
                <a:spcPts val="600"/>
              </a:spcBef>
              <a:defRPr sz="2000" b="1">
                <a:solidFill>
                  <a:srgbClr val="FFDBCF"/>
                </a:solidFill>
                <a:latin typeface="Arial"/>
              </a:defRPr>
            </a:pPr>
            <a:r>
              <a:t>Platform Kurasi Homestay Autentik &amp; Ekosistem Pariwisata Yogyakarta</a:t>
            </a:r>
          </a:p>
          <a:p>
            <a:pPr>
              <a:spcBef>
                <a:spcPts val="1600"/>
              </a:spcBef>
              <a:defRPr sz="1300">
                <a:solidFill>
                  <a:srgbClr val="D6D3D1"/>
                </a:solidFill>
                <a:latin typeface="Arial"/>
              </a:defRPr>
            </a:pPr>
            <a:r>
              <a:t>Solusi reservasi terkurasi untuk homestay tradisional Jawa (Joglo, Limasan, Villa Etnik) dengan integrasi WhatsApp Concierge, kupon promo dinamis, dan meja redaksi budaya lokal.</a:t>
            </a:r>
          </a:p>
          <a:p>
            <a:pPr>
              <a:spcBef>
                <a:spcPts val="2000"/>
              </a:spcBef>
              <a:defRPr sz="1200" b="1">
                <a:solidFill>
                  <a:srgbClr val="FED7AA"/>
                </a:solidFill>
                <a:latin typeface="Arial"/>
              </a:defRPr>
            </a:pPr>
            <a:r>
              <a:t>Tech Stack: Next.js 16 (App Router) • React 19 • TypeScript • NestJS • Prisma ORM • MySQL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16C"/>
                </a:solidFill>
                <a:latin typeface="Arial"/>
              </a:defRPr>
            </a:pPr>
            <a:r>
              <a:t>adakamar.id — Platform Kurasi Homestay Autentik Yogyakarta  |  Slide 01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3C16"/>
                </a:solidFill>
                <a:latin typeface="Arial"/>
              </a:defRPr>
            </a:pPr>
            <a:r>
              <a:t>✦ LATAR BELAKANG &amp; PERMASALAHAN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1B22"/>
                </a:solidFill>
                <a:latin typeface="Arial"/>
              </a:defRPr>
            </a:pPr>
            <a:r>
              <a:t>Tantangan Ekosistem Homestay di Yogyakarta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Tiga masalah utama yang dihadapi wisatawan dan pemilik homestay lokal saat ini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1. Dominasi OTA Homogen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Platform OTA global (Agoda, Traveloka) dipenuhi hotel jaringan steril yang seragam.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Keunikan budaya omah joglo dan suasana pedesaan Mataram tenggelam dan sulit ditemukan.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Potongan komisi tinggi (15% - 25%) membebani pemilik usaha kecil lokal.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2. Kesenjangan Digitalisasi Host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Pemilik rumah bersejarah di Bantul, Sleman, &amp; Kulon Progo minim kapabilitas digital.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Sulit mengelola ketersediaan kamar dan promosi online mandiri.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Tamu kesulitan mendapatkan konfirmasi ketersediaan kamar yang pasti &amp; cepat.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3. Ekspektasi Tamu Modern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Wisatawan mencari 'filosofi ngaso' (ketenangan jiwa) tapi ragu akan standar kebersihan.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Butuh jaminan kurasi fisik (bebas zonk), sanitasi higienis, AC, air panas, dan Wi-Fi.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Menginginkan alur pemesanan langsung tanpa registrasi akun yang berbelit.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16C"/>
                </a:solidFill>
                <a:latin typeface="Arial"/>
              </a:defRPr>
            </a:pPr>
            <a:r>
              <a:t>adakamar.id — Platform Kurasi Homestay Autentik Yogyakarta  |  Slide 02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3C16"/>
                </a:solidFill>
                <a:latin typeface="Arial"/>
              </a:defRPr>
            </a:pPr>
            <a:r>
              <a:t>✦ SOLUSI &amp; NILAI UNGGUL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1B22"/>
                </a:solidFill>
                <a:latin typeface="Arial"/>
              </a:defRPr>
            </a:pPr>
            <a:r>
              <a:t>Visi &amp; Nilai Unik adakamar.id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Menghubungkan pelancong bernyawa seni dengan kehangatan keramahan Mataram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FF5F2"/>
          </a:solidFill>
          <a:ln w="19050">
            <a:solidFill>
              <a:srgbClr val="9F3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9F3C16"/>
                </a:solidFill>
                <a:latin typeface="Arial"/>
              </a:defRPr>
            </a:pPr>
            <a:r>
              <a:t>🏛️ Kurasi Fisik 100% Autentik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Menjamin keaslian arsitektur: sokoguru kayu jati asli, atap joglo/limasan, dan ubin tegel motif klasik.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Standar kenyamanan butik modern: kasur king-coil higienis, pendingin udara, air panas bertekanan.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Dokumentasi visual nyata: galeri foto beresolusi tinggi tanpa sudut distorsi atau rekayasa kamera.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Melestarikan warisan cagar budaya melalui pemanfaatan pariwisata berkelanjutan.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FF5F2"/>
          </a:solidFill>
          <a:ln w="19050">
            <a:solidFill>
              <a:srgbClr val="9F3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24028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9F3C16"/>
                </a:solidFill>
                <a:latin typeface="Arial"/>
              </a:defRPr>
            </a:pPr>
            <a:r>
              <a:t>🤝 Kemitraan Warga &amp; Direct WhatsApp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Reservasi instan terhubung langsung ke pengelola via WhatsApp concierge tanpa biaya tersembunyi.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Format pesan otomatis terstruktur dengan rincian tanggal, jumlah tamu, dan potongan kupon hemat.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Lebih dari 90% perputaran ekonomi mengalir langsung ke keluarga pemilik dan warga desa setempat.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Komisi terjangkau dan transparan untuk mendukung pertumbuhan UMKM pariwisata Jogja.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16C"/>
                </a:solidFill>
                <a:latin typeface="Arial"/>
              </a:defRPr>
            </a:pPr>
            <a:r>
              <a:t>adakamar.id — Platform Kurasi Homestay Autentik Yogyakarta  |  Slide 03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3C16"/>
                </a:solidFill>
                <a:latin typeface="Arial"/>
              </a:defRPr>
            </a:pPr>
            <a:r>
              <a:t>✦ AKTOR &amp; HAK AKSES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1B22"/>
                </a:solidFill>
                <a:latin typeface="Arial"/>
              </a:defRPr>
            </a:pPr>
            <a:r>
              <a:t>Struktur Role &amp; Alur Pengguna (RBAC)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Pemisahan hak akses terisolasi untuk keamanan dan efisiensi operasional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👤 1. Pengunjung (Public)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Wisatawan yang mencari homestay autentik &amp; panduan wisata.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Filter multi-parameter (kawasan, harga, kapasitas, fasilitas).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Penggunaan kupon diskon dinamis pada form booking.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Kirim formulir reservasi langsung ke WhatsApp host tanpa wajib buat akun login.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✍️ 2. Penulis (PENULIS)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Kurator konten budaya &amp; artikel panduan wisata Yogyakarta.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Meja redaksi terisolasi: buat naskah, simpan draf, &amp; ajukan review.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Unggah foto sampul langsung dari komputer.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Pasang &amp; buat tagar artikel baru secara mandiri tanpa terblokir hak akses.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🛡️ 3. Administrator (ADMIN)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Pengelola utama operasional, editorial, &amp; kampanye bisnis.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Manajemen katalog homestay, fasilitas, &amp; 6 wilayah wisata.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Tinjau, setujui, atau minta revisi naskah dari Penulis.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Manajemen kupon promo, kuota klaim, &amp; modal box inquiry reservasi.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16C"/>
                </a:solidFill>
                <a:latin typeface="Arial"/>
              </a:defRPr>
            </a:pPr>
            <a:r>
              <a:t>adakamar.id — Platform Kurasi Homestay Autentik Yogyakarta  |  Slide 04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3C16"/>
                </a:solidFill>
                <a:latin typeface="Arial"/>
              </a:defRPr>
            </a:pPr>
            <a:r>
              <a:t>✦ ARSITEKTUR &amp; TEKNOLOGI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1B22"/>
                </a:solidFill>
                <a:latin typeface="Arial"/>
              </a:defRPr>
            </a:pPr>
            <a:r>
              <a:t>Full-Stack Architecture &amp; Modern 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Pemisahan bersih Client-Server untuk performa kilat, SEO prima, dan keamanan tingkat tinggi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Frontend: Next.js 16 + React 19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Next.js 16 (App Router): SSR &amp; Static Rendering untuk optimasi SEO nomor 1 di Google.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React 19: Server Actions, Suspense boundaries, dan concurrent transitions.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TailwindCSS v4: Styling performan tinggi dengan sistem token warna Terracotta.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Lucide React: Iconography modern yang konsisten dan informatif.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Local File Upload Route (/api/upload): Upload multipart foto langsung ke public/uploads/.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24028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Backend: NestJS + Prisma ORM + MySQL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NestJS 10: Arsitektur enterprise modular (Controllers, Services, DTOs, Guards).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Prisma ORM: Type-safe database queries, zero risk of SQL Injection.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MySQL 8.0: Basis data relasional terindeks untuk konsistensi data reservasi.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JWT + Bcrypt: Otentikasi token aman dengan Role-Based Access Guards (Admin &amp; Penulis).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RESTful API: Endpoint terstandarisasi untuk homestay, promo, artikel, &amp; inquiry.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16C"/>
                </a:solidFill>
                <a:latin typeface="Arial"/>
              </a:defRPr>
            </a:pPr>
            <a:r>
              <a:t>adakamar.id — Platform Kurasi Homestay Autentik Yogyakarta  |  Slide 05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3C16"/>
                </a:solidFill>
                <a:latin typeface="Arial"/>
              </a:defRPr>
            </a:pPr>
            <a:r>
              <a:t>✦ MODUL FITUR UTAMA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1B22"/>
                </a:solidFill>
                <a:latin typeface="Arial"/>
              </a:defRPr>
            </a:pPr>
            <a:r>
              <a:t>Katalog &amp; Reservasi Homestay (Marketplace)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Fitur eksplorasi penginapan ramah pengguna dengan alur transaksi transparan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🔍 Filter Cerdas 6 Kawasan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Eksplorasi 6 kawasan wisata Jogja: Malioboro, Prawirotaman, Kaliurang, Kotagede, Sleman, Bantul.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Filter rentang tarif per malam (budget s/d luxury).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Filter kapasitas kamar tidur, kamar mandi, dan jumlah tamu rombongan.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Filter fasilitas (kolam renang, dapur, Wi-Fi, AC, sarapan tradisional).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📸 Halaman Detail Interaktif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Galeri foto resolusi tinggi dengan visual arsitektur lengkap.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Aturan menginap (check-in/out, kebijakan keluarga, larangan merokok).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Ulasan dan rating bintang terverifikasi dari tamu terdahulu.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Peta lokasi interaktif (Leaflet Maps) dan titik koordinat akurat.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💬 Booking Concierge Widget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Kalkulator otomatis durasi malam dan estimasi subtotal.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Pemasangan kode kupon promo dengan potongan harga instan.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Begitu form dikirim, data langsung tersimpan ke basis data MySQL.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Membuka aplikasi WhatsApp dengan pesan terformat rapi untuk konfirmasi host.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16C"/>
                </a:solidFill>
                <a:latin typeface="Arial"/>
              </a:defRPr>
            </a:pPr>
            <a:r>
              <a:t>adakamar.id — Platform Kurasi Homestay Autentik Yogyakarta  |  Slide 06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3C16"/>
                </a:solidFill>
                <a:latin typeface="Arial"/>
              </a:defRPr>
            </a:pPr>
            <a:r>
              <a:t>✦ MODUL FITUR UTAMA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1B22"/>
                </a:solidFill>
                <a:latin typeface="Arial"/>
              </a:defRPr>
            </a:pPr>
            <a:r>
              <a:t>Sistem Promo &amp; Kupon Diskon Dinamis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Validasi aturan promosi otomatis dengan pelacakan pemakaian kuota real-time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Mekanisme Kupon Diskon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Mendukung jenis diskon Persentase (%) atau Potongan Tetap (Rp).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Parameter syarat transaksi: Minimum Biaya Booking &amp; Batas Maksimal Diskon.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Validasi tanggal berlaku (Start Date &amp; End Date) diuji otomatis pada server.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Penargetan khusus: Kupon promo dapat dikaitkan khusus ke unit homestay tertentu (PRD Seksi 13).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Halaman promo publik (/promo) menampilkan kartu voucher dengan tombol Salin &amp; Gunakan.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FF5F2"/>
          </a:solidFill>
          <a:ln w="19050">
            <a:solidFill>
              <a:srgbClr val="9F3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24028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9F3C16"/>
                </a:solidFill>
                <a:latin typeface="Arial"/>
              </a:defRPr>
            </a:pPr>
            <a:r>
              <a:t>Pelacakan Pemakaian Kuota (usedCount)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Endpoint Baru: PATCH /api/promos/use/:code untuk mencatat klaim pemakaian kupon.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Atomic Database Increment: Menambah usedCount di MySQL setiap kali kupon diterapkan.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Sinkronisasi Dua Arah: Tamu mengklik 'Gunakan' di form booking langsung memicu usePromo dan update kuota.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Admin Monitoring: Dashboard promo menyajikan 'Total Voucher Digunakan' dan visual progress bar pemakaian kuota.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16C"/>
                </a:solidFill>
                <a:latin typeface="Arial"/>
              </a:defRPr>
            </a:pPr>
            <a:r>
              <a:t>adakamar.id — Platform Kurasi Homestay Autentik Yogyakarta  |  Slide 07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3C16"/>
                </a:solidFill>
                <a:latin typeface="Arial"/>
              </a:defRPr>
            </a:pPr>
            <a:r>
              <a:t>✦ MODUL FITUR UTAMA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1B22"/>
                </a:solidFill>
                <a:latin typeface="Arial"/>
              </a:defRPr>
            </a:pPr>
            <a:r>
              <a:t>Meja Redaksi &amp; Editorial Penulis (CMS Artikel)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Penyusunan naskah kebudayaan dan panduan wisata dengan alur kerja modern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📝 Editor Naskah Rapi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Layout dua kolom terstruktur: Naskah di sisi kiri, Pengaturan editorial di sisi kanan.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Toolbar formatting fungsional: Bold, Italic, Underline, Heading 1/2, List, Quote, Link, Tabel.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Indikator live: Penghitung jumlah kata otomatis dan estimasi durasi baca artikel pembaca.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Optimasi SEO: Input judul Google search dan meta deskripsi naskah.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177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🏷️ Sistem Tagar Dinamis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Menampilkan daftar saran tagar populer dari sistem yang dapat diklik untuk pasang/lepas.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Penulis dapat membuat tagar kustom baru secara instan di form.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Hak akses backend diperbarui (UserRole.PENULIS diizinkan membuat tag tanpa error 403).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Sinkronisasi relasi tagId lengkap saat simpan draf maupun update naskah.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753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🖼️ Unggah Foto dari Komputer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Penulis dapat mengunggah foto sampul (thumbnail) langsung dari laptop/komputer via drag-and-drop.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Terintegrasi ke /api/upload lokal — meniadakan kebutuhan mencari link URL gambar luar.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Pratinjau thumbnail instan dengan tombol 'Ganti Foto' yang fleksibel.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Pilihan tab URL eksternal tetap tersedia sebagai opsi cadangan.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16C"/>
                </a:solidFill>
                <a:latin typeface="Arial"/>
              </a:defRPr>
            </a:pPr>
            <a:r>
              <a:t>adakamar.id — Platform Kurasi Homestay Autentik Yogyakarta  |  Slide 08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3C16"/>
                </a:solidFill>
                <a:latin typeface="Arial"/>
              </a:defRPr>
            </a:pPr>
            <a:r>
              <a:t>✦ MODUL FITUR UTAMA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1B22"/>
                </a:solidFill>
                <a:latin typeface="Arial"/>
              </a:defRPr>
            </a:pPr>
            <a:r>
              <a:t>Admin Command Center &amp; Pustaka Media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Pusat kendali operasional, galeri aset visual lokal, dan penanganan reservasi tamu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FF5F2"/>
          </a:solidFill>
          <a:ln w="19050">
            <a:solidFill>
              <a:srgbClr val="9F3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9F3C16"/>
                </a:solidFill>
                <a:latin typeface="Arial"/>
              </a:defRPr>
            </a:pPr>
            <a:r>
              <a:t>Pustaka Media (Impor File Manual)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Tombol Header: + Impor Foto Manual di halaman Pustaka Media.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Unggah berkas gambar langsung dari perangkat komputer lokal (JPG, PNG, WebP, GIF).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Dukungan multi-file: Memilih dan mengunggah beberapa foto sekaligus dalam satu langkah.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Pratinjau thumbnail, informasi ukuran file (KB/MB), dan opsi pembatalan sebelum disimpan.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Foto otomatis tersimpan ke /public/uploads/ dan ditautkan ke penginapan tujuan di database.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FF5F2"/>
          </a:solidFill>
          <a:ln w="19050">
            <a:solidFill>
              <a:srgbClr val="9F3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24028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9F3C16"/>
                </a:solidFill>
                <a:latin typeface="Arial"/>
              </a:defRPr>
            </a:pPr>
            <a:r>
              <a:t>Modal Box Reservasi Tamu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Penggantian lembar drawer samping menjadi Modal Box Dialog Terpusat yang bersih dan elegan.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Rincian Lengkap: Kode reservasi, nama tamu, kontak WhatsApp, email, unit homestay, tanggal, durasi, total biaya.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Informasi Kupon Promo: Menampilkan potongan voucher yang dipakai tamu pada pemesanan.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Aksi Cepat Status: Tombol instan untuk konfirmasi, selesaikan, atau batalkan pemesanan.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Tombol 'Chat Tamu via WhatsApp' langsung membuka nomor telepon tamu dengan 1 klik.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16C"/>
                </a:solidFill>
                <a:latin typeface="Arial"/>
              </a:defRPr>
            </a:pPr>
            <a:r>
              <a:t>adakamar.id — Platform Kurasi Homestay Autentik Yogyakarta  |  Slide 09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3C16"/>
                </a:solidFill>
                <a:latin typeface="Arial"/>
              </a:defRPr>
            </a:pPr>
            <a:r>
              <a:t>✦ STRUKTUR BASIS DATA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1B22"/>
                </a:solidFill>
                <a:latin typeface="Arial"/>
              </a:defRPr>
            </a:pPr>
            <a:r>
              <a:t>Skema Relasional Komprehensif (Prisma ORM)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Pemodelan data terstandarisasi untuk integritas relasi dan performa query optimal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246888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20116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Entitas Pengguna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User: id, name, email, password, role (ADMIN/PENULIS), bio, phone, avatarUrl.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Relasi 1-to-many ke Article untuk tracking kepemilikan naskah penulis.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2011680"/>
            <a:ext cx="246888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2240280"/>
            <a:ext cx="20116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Entitas Homestay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Property: id, name, slug, price, address, capacity, rules, status.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PropertyImage (1-to-many).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Facility &amp; PropertyFacility (many-to-many).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LocationArea &amp; Category.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011680"/>
            <a:ext cx="246888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240280"/>
            <a:ext cx="20116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Entitas Promo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Promo: code, title, discountPercent, discountAmount, quota, usedCount, dates.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PromoProperty: Pivot table many-to-many penginapan terkait kupon.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61120" y="2011680"/>
            <a:ext cx="246888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89720" y="2240280"/>
            <a:ext cx="201168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Artikel &amp; Inquiry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Article: title, slug, content, excerpt, status, views, publishedAt.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ArticleCategory &amp; Tag.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ArticleTagPivot.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Inquiry: guest data, dates, notes, status.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16C"/>
                </a:solidFill>
                <a:latin typeface="Arial"/>
              </a:defRPr>
            </a:pPr>
            <a:r>
              <a:t>adakamar.id — Platform Kurasi Homestay Autentik Yogyakarta  |  Slide 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3C16"/>
                </a:solidFill>
                <a:latin typeface="Arial"/>
              </a:defRPr>
            </a:pPr>
            <a:r>
              <a:t>✦ PENYEMPURNAAN ANTARMUKA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1A1B22"/>
                </a:solidFill>
                <a:latin typeface="Arial"/>
              </a:defRPr>
            </a:pPr>
            <a:r>
              <a:t>Revisi Beranda: Dari Host Menjadi 'Tentang Kami'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78716C"/>
                </a:solidFill>
                <a:latin typeface="Arial"/>
              </a:defRPr>
            </a:pPr>
            <a:r>
              <a:t>Menyelaraskan pesan halaman utama dengan filosofi kurasi dan kenyamanan wisatawan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24028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Pembaruan Navigasi Utama (Navbar)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Item navigasi ke-6 yang sebelumnya berlabel 'Tuan Rumah' (/buka-homestay) kini diganti menjadi 'Tentang Kami'.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Mengarahkan ke rute fungsional aktif: /tentang-kami.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Menggunakan ikon informatif terstandarisasi (Lucide Info icon).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Footer website turut menyertakan tautan langsung ke halaman Tentang Kami.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Halaman /tentang-kami telah diuji dan menghasilkan HTTP Status 200 OK.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011680"/>
            <a:ext cx="5120640" cy="3931920"/>
          </a:xfrm>
          <a:prstGeom prst="roundRect">
            <a:avLst>
              <a:gd name="adj" fmla="val 6000"/>
            </a:avLst>
          </a:prstGeom>
          <a:solidFill>
            <a:srgbClr val="FFF5F2"/>
          </a:solidFill>
          <a:ln w="19050">
            <a:solidFill>
              <a:srgbClr val="9F3C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520" y="2240280"/>
            <a:ext cx="46634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9F3C16"/>
                </a:solidFill>
                <a:latin typeface="Arial"/>
              </a:defRPr>
            </a:pPr>
            <a:r>
              <a:t>Banner Narasi Filosofis 'Ngaso'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Mengubah banner bawah beranda menjadi Kisah &amp; Kurasi Autentik adakamar.id.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Menonjolkan 3 pilar kurasi: 100% Homestay Terkurasi, Pemberdayaan Warga Desa, Standar Butik Higienis.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Menghadirkan ajakan aksi yang jelas: Tombol 'Pelajari Kisah Kami' dan 'Jelajahi Homestay'.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Mengedepankan narasi budaya restorasi omah limasan &amp; joglo lawasan khas Daerah Istimewa Yogyakarta.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16C"/>
                </a:solidFill>
                <a:latin typeface="Arial"/>
              </a:defRPr>
            </a:pPr>
            <a:r>
              <a:t>adakamar.id — Platform Kurasi Homestay Autentik Yogyakarta  |  Slide 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9F3C16"/>
                </a:solidFill>
                <a:latin typeface="Arial"/>
              </a:defRPr>
            </a:pPr>
            <a:r>
              <a:t>✦ PENUTUP &amp; MASA DEPAN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777240"/>
            <a:ext cx="1069848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Arial"/>
              </a:defRPr>
            </a:pPr>
            <a:r>
              <a:t>Kesimpulan &amp; Roadmap Pengembangan Sistem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>
                <a:solidFill>
                  <a:srgbClr val="D6D3D1"/>
                </a:solidFill>
                <a:latin typeface="Arial"/>
              </a:defRPr>
            </a:pPr>
            <a:r>
              <a:t>Pencapaian proyek magang dan rencana perluasan platform adakamar.id ke depan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💳 Payment Gateway QRIS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Integrasi gerbang pembayaran otomatis (Midtrans / Xendit).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Menyediakan opsi pembayaran instan via QRIS, Virtual Account, &amp; E-Wallet bagi tamu yang memilih bayar lunas di awal.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Notifikasi otomatis status pembayaran sukses ke sistem.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177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📅 Kalender iCal Sync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Sinkronisasi ketersediaan kamar dua arah dengan Airbnb dan Google Calendar.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Mencegah double booking secara otomatis saat homestay dipesan lewat kanal berbeda.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Pembaruan jadwal sewa secara otomatis setiap 15 menit.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011680"/>
            <a:ext cx="3291840" cy="3931920"/>
          </a:xfrm>
          <a:prstGeom prst="roundRect">
            <a:avLst>
              <a:gd name="adj" fmla="val 6000"/>
            </a:avLst>
          </a:prstGeom>
          <a:solidFill>
            <a:srgbClr val="F8F6F4"/>
          </a:solidFill>
          <a:ln w="12700">
            <a:solidFill>
              <a:srgbClr val="E4E0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75320" y="2240280"/>
            <a:ext cx="2834640" cy="3474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400" b="1">
                <a:solidFill>
                  <a:srgbClr val="1A1B22"/>
                </a:solidFill>
                <a:latin typeface="Arial"/>
              </a:defRPr>
            </a:pPr>
            <a:r>
              <a:t>📱 Host Mobile PWA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Pengembangan aplikasi Progressive Web App khusus pemilik homestay.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Notifikasi push seketika saat ada inquiry tamu baru masuk.</a:t>
            </a:r>
          </a:p>
          <a:p>
            <a:pPr>
              <a:spcBef>
                <a:spcPts val="600"/>
              </a:spcBef>
              <a:defRPr sz="1100">
                <a:solidFill>
                  <a:srgbClr val="1A1B22"/>
                </a:solidFill>
                <a:latin typeface="Arial"/>
              </a:defRPr>
            </a:pPr>
            <a:r>
              <a:t>• Kemudahan mengubah tarif musiman (peak season) langsung dari smartphone host.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78716C"/>
                </a:solidFill>
                <a:latin typeface="Arial"/>
              </a:defRPr>
            </a:pPr>
            <a:r>
              <a:t>adakamar.id — Platform Kurasi Homestay Autentik Yogyakarta  |  Slide 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